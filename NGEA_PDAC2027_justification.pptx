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FRANK ARNOTT AWARD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works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41248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C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justification of our lithium + rare-earth workflow for Ireland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our mentors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pPr indent="0" marL="0">
              <a:buNone/>
            </a:pPr>
            <a:r>
              <a:rPr lang="en-US" sz="1150" dirty="0">
                <a:solidFill>
                  <a:srgbClr val="CBB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Rahaldi Taher  |  Extivonus Fransiskus  |  Jesslyn Jane  |  Joe Fawwaz  |  Kiki Siagian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61081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  </a:t>
            </a:r>
            <a:pPr indent="0" marL="0">
              <a:buNone/>
            </a:pPr>
            <a:r>
              <a:rPr lang="en-US" sz="1150" dirty="0">
                <a:solidFill>
                  <a:srgbClr val="CBB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Cendi Dana  |  Reza Alfurqan  |  Fahmi Hakim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92640" y="1325880"/>
            <a:ext cx="1371600" cy="1371600"/>
          </a:xfrm>
          <a:prstGeom prst="ellipse">
            <a:avLst/>
          </a:prstGeom>
          <a:solidFill>
            <a:srgbClr val="A8583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0" y="1325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515600" y="2286000"/>
            <a:ext cx="1234440" cy="1234440"/>
          </a:xfrm>
          <a:prstGeom prst="ellipse">
            <a:avLst/>
          </a:prstGeom>
          <a:solidFill>
            <a:srgbClr val="6E7A4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0" y="22860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A8583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question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E5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78308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"Ireland has no rare-earth deposit. Is a rare-earth study even valid?"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E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yes, and the lithium half makes the whole entry stronger.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explain why, in plain terms, so we are all comfortable defending it.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6E7A4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award actually rewards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Frank Arnott Award does not ask you to find a deposit. It scores how well you turn open data into insight. The four prize categories are: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009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441448"/>
            <a:ext cx="548640" cy="54864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4414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3081528"/>
            <a:ext cx="48828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methods brought to earth science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0216" y="2240280"/>
            <a:ext cx="534009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44144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56032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24414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and visualisation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3081528"/>
            <a:ext cx="48828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datasets combined and shown clearly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534009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4544568"/>
            <a:ext cx="548640" cy="548640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634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45445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exploration significance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86384" y="5184648"/>
            <a:ext cx="48828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actionable geological conclusions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0216" y="4343400"/>
            <a:ext cx="534009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44568"/>
            <a:ext cx="548640" cy="548640"/>
          </a:xfrm>
          <a:prstGeom prst="ellipse">
            <a:avLst/>
          </a:prstGeom>
          <a:solidFill>
            <a:srgbClr val="9DA88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66344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6328" y="45445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37960" y="5184648"/>
            <a:ext cx="48828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multidisciplinary team effort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6E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a known deposit. They reward a clever, honest, well-integrated study, which is exactly what we built.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6E7A4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rare earths in Ireland is valid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009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8013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a deposit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441448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the first systematic, island-wide rare-earth screen of Ireland from open data, plus a real answer about what the rare-earth signal 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0216" y="1600200"/>
            <a:ext cx="534009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1384" y="1801368"/>
            <a:ext cx="548640" cy="54864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9202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18013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No-deposit is the normal case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37960" y="2441448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ground has no known deposit. A method that works WITHOUT labels is more useful and more transferable than one that needs known deposits. That is the innovation.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4009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4270248"/>
            <a:ext cx="548640" cy="548640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891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42702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a real result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6384" y="4910328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Ireland's soil rare earths are a secondary, clay-rich regolith signal (ion-adsorption style), not a Mourne bedrock halo. Ion-adsorption clay is a globally important rare-earth source.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0216" y="4069080"/>
            <a:ext cx="534009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1384" y="427024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38912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96328" y="42702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measured, not guessed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37960" y="4910328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is backed by several independent checks (next slide), so it is a defensible scientific finding, not a hopeful map of hot spots.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6E7A4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rare-earth result is trustworthy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just draw hot spots. We tested the signal four independent ways, and they all agree.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03704"/>
            <a:ext cx="438912" cy="438912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3042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075688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repeats.  </a:t>
            </a:r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anomaly appears in two separately sampled soil layers (agreement +0.88).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7356" y="196596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0236" y="2203704"/>
            <a:ext cx="438912" cy="438912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3042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27164" y="2075688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independent geophysics.  </a:t>
            </a:r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an independent airborne signal, thorium (+0.73).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55264"/>
            <a:ext cx="438912" cy="438912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127248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media behave as expected.  </a:t>
            </a:r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sediments and stream water are decoupled from it, exactly what a clay/regolith signal should do.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77356" y="301752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60236" y="3255264"/>
            <a:ext cx="438912" cy="438912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27164" y="3127248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luck.  </a:t>
            </a:r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permutation test rules out chance.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EED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68680" y="47548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6E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version: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rare-earth signal is real and we know what it is, a clay-rich regolith (ion-adsorption-style) signal. That is a finding worth presenting, deposit or not.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A8583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lithium and rare earths, not just REE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949440" y="1927814"/>
            <a:ext cx="4846320" cy="3002372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sessions/keen-dreamy-bardeen/mnt/ngea/outputs/maps/lct_vs_ree_end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9254"/>
            <a:ext cx="4663440" cy="28194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63040"/>
            <a:ext cx="6309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1664208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geological story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86384" y="23042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Ireland's evolved granites have two ends: Caledonian S-type granites make lithium; Palaeogene A-type granites carry rare earths. Same data, same workflow, two metals.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6309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17296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3172968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de-risks the entry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86384" y="38130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has real, known occurrences, so it proves our workflow works on known ground. Lithium gives credibility; rare earths give the innovation.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480560"/>
            <a:ext cx="6309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4681728"/>
            <a:ext cx="548640" cy="548640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44752" y="4681728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methods, one pipeline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86384" y="53218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for lithium, label-free for rare earths. Showing both in one pipeline is the methodological core and scores on integration and innovation.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9A3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honesty is a strength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trust teams that report what works and what does not. We do both, openly.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0096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2128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Lithium: we do not over-claim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852928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lithium map is a good reconnaissance fertility map, but only 4 of 10 known occurrences sit within 20 km of a target. We say so, and present the Leinster belt as the credible set, not drill-ready.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0216" y="2011680"/>
            <a:ext cx="5340096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21284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33172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221284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earths: we report the real nature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2852928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pretend Ireland has a Mourne rare-earth deposit. We show the signal is secondary clay/regolith, and we point primary search to the right tools (residual, stream, heavy minerals).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389120"/>
            <a:ext cx="5340096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4590288"/>
            <a:ext cx="548640" cy="548640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091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459028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our own mistakes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86384" y="5230368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caught and corrected an invalid early score and colour-image geophysics, and removed every approximation so the study now uses only real measured data.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0216" y="4389120"/>
            <a:ext cx="5340096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9028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70916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6328" y="459028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37960" y="5230368"/>
            <a:ext cx="4882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shapes, no invented coordinates. Real Tellus geochemistry, real airborne geophysics, real GSI and GSNI geology. Honesty that judges can verify.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6E7A4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have a real chance to win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0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8013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441448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label-free rare-earth workflow, two paradigms in one pipeline, and per-target mineral-system explanations.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0216" y="1600200"/>
            <a:ext cx="5340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1384" y="1801368"/>
            <a:ext cx="548640" cy="548640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9202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180136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and visualisation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37960" y="2441448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Tellus layers plus three geochemical media (soil, stream sediment, water), geology and geophysics, clearly visualised.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340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950208"/>
            <a:ext cx="548640" cy="548640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95020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exploration significance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6384" y="4590288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Leinster lithium leads and the first island-wide rare-earth screen, with a clear search strategy.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0216" y="3749040"/>
            <a:ext cx="5340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1384" y="3950208"/>
            <a:ext cx="548640" cy="548640"/>
          </a:xfrm>
          <a:prstGeom prst="ellipse">
            <a:avLst/>
          </a:prstGeom>
          <a:solidFill>
            <a:srgbClr val="9DA88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06908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96328" y="395020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37960" y="4590288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multidisciplinary student team, with the workflow reproducible by anyone.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6E7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on all four axes, and our honesty plus the dual-metal story sets us apart.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A8583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of you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A858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56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dual lithium + rare-earth framing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3134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our strength and our edge, not a distraction. The two halves support each other.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520440"/>
            <a:ext cx="566928" cy="566928"/>
          </a:xfrm>
          <a:prstGeom prst="ellipse">
            <a:avLst/>
          </a:prstGeom>
          <a:solidFill>
            <a:srgbClr val="6E7A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6850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319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get a little more data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7764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Ireland mineral-occurrence records, and field or petrographic checks on the Leinster targets.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C89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480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823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we submit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239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read of our labels, thresholds, and wording so the final entry is airtight.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2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earths in Ireland is not a weakness. It is our edge.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32688" y="38862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8C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proves the workflow on known ground. Rare earths show innovation on a real frontier. Together, built on real data, they are a strong, honest entry.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966960" y="1463040"/>
            <a:ext cx="1280160" cy="1280160"/>
          </a:xfrm>
          <a:prstGeom prst="ellipse">
            <a:avLst/>
          </a:prstGeom>
          <a:solidFill>
            <a:srgbClr val="A85832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69880" y="2514600"/>
            <a:ext cx="1097280" cy="1097280"/>
          </a:xfrm>
          <a:prstGeom prst="ellipse">
            <a:avLst/>
          </a:prstGeom>
          <a:solidFill>
            <a:srgbClr val="6E7A41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NGEA PDAC 2027   |   Why this project works   |   for our mentors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NGEA PDAC 2027 justification</dc:title>
  <dc:subject>PptxGenJS Presentation</dc:subject>
  <dc:creator>NGEA PDAC 2027 team</dc:creator>
  <cp:lastModifiedBy>NGEA PDAC 2027 team</cp:lastModifiedBy>
  <cp:revision>1</cp:revision>
  <dcterms:created xsi:type="dcterms:W3CDTF">2026-06-26T15:24:57Z</dcterms:created>
  <dcterms:modified xsi:type="dcterms:W3CDTF">2026-06-26T15:24:57Z</dcterms:modified>
</cp:coreProperties>
</file>